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Black"/>
      <p:bold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Roboto Medium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Black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regular.fntdata"/><Relationship Id="rId50" Type="http://schemas.openxmlformats.org/officeDocument/2006/relationships/font" Target="fonts/RobotoBlack-boldItalic.fntdata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5.xml"/><Relationship Id="rId55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56" Type="http://schemas.openxmlformats.org/officeDocument/2006/relationships/font" Target="fonts/Roboto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fcfcec588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fcfcec588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b7d3700d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b7d3700d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cfcec588_1_0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efcfcec588_1_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b7d3700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b7d3700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b7d3700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b7d3700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b7d3700d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b7d3700d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b7d3700d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b7d3700d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b7d3700d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b7d3700d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b7d3700d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b7d3700d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b7d3700d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b7d3700d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b7d3700d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b7d3700d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b7d3700d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b7d3700d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b7d3700d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b7d3700d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b7d3700d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b7d3700d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b7d3700d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b7d3700d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b7d3700d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b7d3700d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b7d3700d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b7d3700d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b7d3700d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8b7d3700d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b7d3700d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b7d3700d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b7d3700d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b7d3700d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b7d3700d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b7d3700d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b7d3700d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b7d3700d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b7d3700df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8b7d3700d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b7d3700d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b7d3700d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b7d3700d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b7d3700d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b7d3700d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8b7d3700d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b7d3700d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b7d3700d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b7d3700d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b7d3700d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989b674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989b674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8b7d3700d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8b7d3700d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b7d3700df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b7d3700d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b7d3700d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b7d3700d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989b674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989b674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989b6747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989b6747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989b674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989b674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9c75de54f_0_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g3e9c75de54f_0_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6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forms.gle/gd2VujE5hj9mtFLq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hyperlink" Target="https://learn.codemithra.com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jp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3" y="600290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3" y="3386140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>
                <a:solidFill>
                  <a:srgbClr val="908BFF"/>
                </a:solidFill>
              </a:rPr>
              <a:t>				Test Time On GCD of an Array</a:t>
            </a:r>
            <a:endParaRPr b="1" sz="2000">
              <a:solidFill>
                <a:srgbClr val="908BFF"/>
              </a:solidFill>
            </a:endParaRPr>
          </a:p>
        </p:txBody>
      </p:sp>
      <p:pic>
        <p:nvPicPr>
          <p:cNvPr id="156" name="Google Shape;156;p28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225" y="1099350"/>
            <a:ext cx="3014824" cy="283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-US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-US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https://forms.gle/gd2VujE5hj9mtFLq5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 txBox="1"/>
          <p:nvPr/>
        </p:nvSpPr>
        <p:spPr>
          <a:xfrm>
            <a:off x="96644" y="1925434"/>
            <a:ext cx="4690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BLOCK SWAP ALGORITHM</a:t>
            </a:r>
            <a:endParaRPr b="1" i="0" sz="3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392400" y="827300"/>
            <a:ext cx="4179600" cy="3929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 to Block Swap Algorithm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Real-Life Analogy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Block Swap Efficient?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Types of Approaches for Array Rotation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Efficiency Comparison of Approaches - Array Rotation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Swap Algorithm - Algorithm and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Reversal Algorithm - Algorithm and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 Time Applications - Block Swap Algorithm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Company Placement Questions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Financial Rotation Analytics</a:t>
            </a:r>
            <a:endParaRPr b="1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311700" y="396210"/>
            <a:ext cx="309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8181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778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Introduction to Block Swap Algorithm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017725"/>
            <a:ext cx="7780800" cy="3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The </a:t>
            </a:r>
            <a:r>
              <a:rPr b="1" lang="en-US" sz="1400">
                <a:solidFill>
                  <a:schemeClr val="dk1"/>
                </a:solidFill>
              </a:rPr>
              <a:t>Block Swap Algorithm</a:t>
            </a:r>
            <a:r>
              <a:rPr lang="en-US" sz="1400">
                <a:solidFill>
                  <a:schemeClr val="dk1"/>
                </a:solidFill>
              </a:rPr>
              <a:t> is an efficient algorithm used for </a:t>
            </a:r>
            <a:r>
              <a:rPr b="1" lang="en-US" sz="1400">
                <a:solidFill>
                  <a:schemeClr val="dk1"/>
                </a:solidFill>
              </a:rPr>
              <a:t>array rotation</a:t>
            </a:r>
            <a:r>
              <a:rPr lang="en-US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It rotates the elements of an array by swapping blocks of elements instead of moving elements one by one.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This approach reduces unnecessary movements and performs rotation efficiently without using extra memory.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Example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Original Array: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[1, 2, 3, 4, 5, 6, 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Left Rotate by 3 Positions: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Result: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[4, 5, 6, 7, 1, 2, 3]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753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Example Explanation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76395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38" y="1264613"/>
            <a:ext cx="719137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73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Real-Life Analogy – Books on a Shelf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02650"/>
            <a:ext cx="4638300" cy="35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Imagine you have a row of books arranged on a shelf, and you want to rotate the arrangement.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Example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You have 10 books: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[Book1, Book2, Book3, Book4, Book5, Book6, Book7, Book8, Book9, Book10, Book11,Book12, Book13]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You want to perform a </a:t>
            </a:r>
            <a:r>
              <a:rPr b="1" lang="en-US" sz="1400">
                <a:solidFill>
                  <a:schemeClr val="dk1"/>
                </a:solidFill>
              </a:rPr>
              <a:t>left rotation by 3 positions</a:t>
            </a:r>
            <a:r>
              <a:rPr lang="en-US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Desired Output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[Book4, Book5, Book6, Book7, Book8, Book9, Book10, </a:t>
            </a:r>
            <a:r>
              <a:rPr lang="en-US" sz="1400">
                <a:solidFill>
                  <a:schemeClr val="dk1"/>
                </a:solidFill>
              </a:rPr>
              <a:t>Book11,Book12, Book13, </a:t>
            </a:r>
            <a:r>
              <a:rPr lang="en-US" sz="1400">
                <a:solidFill>
                  <a:schemeClr val="dk1"/>
                </a:solidFill>
              </a:rPr>
              <a:t>Book1, Book2, Book3]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4884550" y="1102650"/>
            <a:ext cx="4132500" cy="3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3" name="Google Shape;193;p33"/>
          <p:cNvPicPr preferRelativeResize="0"/>
          <p:nvPr/>
        </p:nvPicPr>
        <p:blipFill rotWithShape="1">
          <a:blip r:embed="rId3">
            <a:alphaModFix/>
          </a:blip>
          <a:srcRect b="5500" l="0" r="0" t="-5500"/>
          <a:stretch/>
        </p:blipFill>
        <p:spPr>
          <a:xfrm>
            <a:off x="5059475" y="1102649"/>
            <a:ext cx="3782650" cy="31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731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Core Idea of Block Swap Algorithm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760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Instead of shifting books one by one: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The algorithm swaps entire groups of books.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Equal-sized parts are exchanged repeatedly.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The process continues until the rotation is completed.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This makes the algorithm faster and more efficient.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78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Real Life Analogy - </a:t>
            </a:r>
            <a:r>
              <a:rPr b="1" lang="en-US" sz="2000">
                <a:solidFill>
                  <a:srgbClr val="8181EF"/>
                </a:solidFill>
              </a:rPr>
              <a:t>People in a Line Analogy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088975"/>
            <a:ext cx="3966000" cy="3696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11">
                <a:solidFill>
                  <a:schemeClr val="dk1"/>
                </a:solidFill>
              </a:rPr>
              <a:t>Imagine two groups of people standing in a line:</a:t>
            </a:r>
            <a:endParaRPr sz="5611">
              <a:solidFill>
                <a:schemeClr val="dk1"/>
              </a:solidFill>
            </a:endParaRPr>
          </a:p>
          <a:p>
            <a:pPr indent="-317669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5611">
                <a:solidFill>
                  <a:schemeClr val="dk1"/>
                </a:solidFill>
              </a:rPr>
              <a:t>Group A</a:t>
            </a:r>
            <a:r>
              <a:rPr lang="en-US" sz="5611">
                <a:solidFill>
                  <a:schemeClr val="dk1"/>
                </a:solidFill>
              </a:rPr>
              <a:t> → First few people</a:t>
            </a:r>
            <a:endParaRPr sz="5611">
              <a:solidFill>
                <a:schemeClr val="dk1"/>
              </a:solidFill>
            </a:endParaRPr>
          </a:p>
          <a:p>
            <a:pPr indent="-3176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5611">
                <a:solidFill>
                  <a:schemeClr val="dk1"/>
                </a:solidFill>
              </a:rPr>
              <a:t>Group B</a:t>
            </a:r>
            <a:r>
              <a:rPr lang="en-US" sz="5611">
                <a:solidFill>
                  <a:schemeClr val="dk1"/>
                </a:solidFill>
              </a:rPr>
              <a:t> → Remaining people</a:t>
            </a:r>
            <a:endParaRPr sz="56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5611">
                <a:solidFill>
                  <a:schemeClr val="dk1"/>
                </a:solidFill>
              </a:rPr>
              <a:t>Case 1: Both Groups Are Equal</a:t>
            </a:r>
            <a:endParaRPr b="1" sz="561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11">
                <a:solidFill>
                  <a:schemeClr val="dk1"/>
                </a:solidFill>
              </a:rPr>
              <a:t>If both groups contain the same number of people:</a:t>
            </a:r>
            <a:endParaRPr sz="5611">
              <a:solidFill>
                <a:schemeClr val="dk1"/>
              </a:solidFill>
            </a:endParaRPr>
          </a:p>
          <a:p>
            <a:pPr indent="-317669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US" sz="5611">
                <a:solidFill>
                  <a:schemeClr val="dk1"/>
                </a:solidFill>
              </a:rPr>
              <a:t>Simply swap their positions.</a:t>
            </a:r>
            <a:endParaRPr sz="5611">
              <a:solidFill>
                <a:schemeClr val="dk1"/>
              </a:solidFill>
            </a:endParaRPr>
          </a:p>
          <a:p>
            <a:pPr indent="-3176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en-US" sz="5611">
                <a:solidFill>
                  <a:schemeClr val="dk1"/>
                </a:solidFill>
              </a:rPr>
              <a:t>Rotation is completed immediately.</a:t>
            </a:r>
            <a:endParaRPr sz="561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5"/>
          <p:cNvSpPr txBox="1"/>
          <p:nvPr>
            <p:ph idx="2" type="body"/>
          </p:nvPr>
        </p:nvSpPr>
        <p:spPr>
          <a:xfrm>
            <a:off x="4277700" y="1088975"/>
            <a:ext cx="4050600" cy="3696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Case 2: Groups Are Unequal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If one group is smaller: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Swap equal-sized portions from both groups.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Repeat the process with the remaining larger section.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This continues until all groups are correctly positioned.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45025"/>
            <a:ext cx="722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Why is Block Swap Efficient?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152475"/>
            <a:ext cx="7226400" cy="3288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Advantages</a:t>
            </a:r>
            <a:endParaRPr b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Elements are moved as groups instead of individually.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Each element is moved only once.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No additional memory is required.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Faster than simple shifting methods.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Performs rotation in-place.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b="1" lang="en-US" sz="2222">
                <a:solidFill>
                  <a:srgbClr val="8181EF"/>
                </a:solidFill>
              </a:rPr>
              <a:t>Types of Approaches for Array Rotation</a:t>
            </a:r>
            <a:endParaRPr b="1" sz="2222">
              <a:solidFill>
                <a:srgbClr val="8181E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1099200"/>
            <a:ext cx="3879300" cy="3569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1. Naive Approach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Shift elements one by one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Repeat rotation multiple times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Simple but slower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2. Temporary Array Approach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Store some elements in extra array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Shift remaining elements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Copy stored elements 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3. Juggling Algorithm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Divide array into cycles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 txBox="1"/>
          <p:nvPr>
            <p:ph idx="2" type="body"/>
          </p:nvPr>
        </p:nvSpPr>
        <p:spPr>
          <a:xfrm>
            <a:off x="4191000" y="1099200"/>
            <a:ext cx="4037700" cy="3569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Rotate elements cyclically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Uses GCD concept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4. Reversal Algorithm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Reverse parts of array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Reverse complete array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Rotation achieved through reversals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5. Block Swap Algorithm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Divide array into blocks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Swap equal-sized blocks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Repeat recursively until rotation completes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445025"/>
            <a:ext cx="73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Efficiency </a:t>
            </a:r>
            <a:r>
              <a:rPr b="1" lang="en-US" sz="2000">
                <a:solidFill>
                  <a:srgbClr val="8181EF"/>
                </a:solidFill>
              </a:rPr>
              <a:t>Comparison</a:t>
            </a:r>
            <a:r>
              <a:rPr b="1" lang="en-US" sz="2000">
                <a:solidFill>
                  <a:srgbClr val="8181EF"/>
                </a:solidFill>
              </a:rPr>
              <a:t> of </a:t>
            </a:r>
            <a:r>
              <a:rPr b="1" lang="en-US" sz="2000">
                <a:solidFill>
                  <a:srgbClr val="8181EF"/>
                </a:solidFill>
              </a:rPr>
              <a:t>Approaches - Array Rotation</a:t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85775" y="1017725"/>
            <a:ext cx="7395000" cy="3632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00" y="1144825"/>
            <a:ext cx="7217549" cy="33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248200" y="452775"/>
            <a:ext cx="752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Block Swap Algorithm - Algorithmic Steps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>
            <a:off x="340775" y="1025475"/>
            <a:ext cx="7313100" cy="3635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Algorithmic Steps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Read the size of the array.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Read all array elements.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Read the number of positions d to rotate.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Divide the array into two blocks: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A → First d elements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B → Remaining elements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Compare sizes of both blocks.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311700" y="445025"/>
            <a:ext cx="750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Block Swap Algorithm - Algorithmic Steps</a:t>
            </a:r>
            <a:endParaRPr/>
          </a:p>
        </p:txBody>
      </p:sp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311700" y="1152475"/>
            <a:ext cx="73950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Algorithmic Steps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6. </a:t>
            </a:r>
            <a:r>
              <a:rPr lang="en-US" sz="1400">
                <a:solidFill>
                  <a:schemeClr val="dk1"/>
                </a:solidFill>
              </a:rPr>
              <a:t>Swap equal-sized portions of the blocks.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7. Recursively repeat the process for the remaining part.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8. Continue until both blocks become equal.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9. Perform the final swap.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10. Print the rotated array.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436025" y="445025"/>
            <a:ext cx="749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Sample Input and Output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436025" y="1152475"/>
            <a:ext cx="37254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Sample Input 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Enter array size: 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Enter array elements: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1 2 3 4 5 6 7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Enter number of positions to rotate: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Sample Output 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Rotated Array: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3 4 5 6 7 1 2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1"/>
          <p:cNvSpPr txBox="1"/>
          <p:nvPr>
            <p:ph idx="2" type="body"/>
          </p:nvPr>
        </p:nvSpPr>
        <p:spPr>
          <a:xfrm>
            <a:off x="4161425" y="1152475"/>
            <a:ext cx="38100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Explanation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00">
                <a:solidFill>
                  <a:schemeClr val="dk1"/>
                </a:solidFill>
              </a:rPr>
              <a:t>The array is rotated left by 2 positions.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00">
                <a:solidFill>
                  <a:schemeClr val="dk1"/>
                </a:solidFill>
              </a:rPr>
              <a:t>Original Array:</a:t>
            </a:r>
            <a:br>
              <a:rPr lang="en-US" sz="5600">
                <a:solidFill>
                  <a:schemeClr val="dk1"/>
                </a:solidFill>
              </a:rPr>
            </a:br>
            <a:r>
              <a:rPr lang="en-US" sz="5600">
                <a:solidFill>
                  <a:schemeClr val="dk1"/>
                </a:solidFill>
              </a:rPr>
              <a:t> [1, 2, 3, 4, 5, 6, 7]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00">
                <a:solidFill>
                  <a:schemeClr val="dk1"/>
                </a:solidFill>
              </a:rPr>
              <a:t>First 2 elements are moved to the end: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00">
                <a:solidFill>
                  <a:schemeClr val="dk1"/>
                </a:solidFill>
              </a:rPr>
              <a:t>[3, 4, 5, 6, 7, 1, 2]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00">
                <a:solidFill>
                  <a:schemeClr val="dk1"/>
                </a:solidFill>
              </a:rPr>
              <a:t>So, the rotated array becomes: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00">
                <a:solidFill>
                  <a:schemeClr val="dk1"/>
                </a:solidFill>
              </a:rPr>
              <a:t>3 4 5 6 7 1 2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type="title"/>
          </p:nvPr>
        </p:nvSpPr>
        <p:spPr>
          <a:xfrm>
            <a:off x="311700" y="445025"/>
            <a:ext cx="74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Sample Input and Output</a:t>
            </a:r>
            <a:endParaRPr/>
          </a:p>
        </p:txBody>
      </p:sp>
      <p:sp>
        <p:nvSpPr>
          <p:cNvPr id="251" name="Google Shape;251;p42"/>
          <p:cNvSpPr txBox="1"/>
          <p:nvPr>
            <p:ph idx="1" type="body"/>
          </p:nvPr>
        </p:nvSpPr>
        <p:spPr>
          <a:xfrm>
            <a:off x="311700" y="1152475"/>
            <a:ext cx="35532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Sample Input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Enter array size: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Enter array elements: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1 2 3 4 5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Enter number of positions to rotate: 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Sample Output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Rotated Array: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3 4 5 1 2</a:t>
            </a:r>
            <a:endParaRPr/>
          </a:p>
        </p:txBody>
      </p:sp>
      <p:sp>
        <p:nvSpPr>
          <p:cNvPr id="252" name="Google Shape;252;p42"/>
          <p:cNvSpPr txBox="1"/>
          <p:nvPr>
            <p:ph idx="2" type="body"/>
          </p:nvPr>
        </p:nvSpPr>
        <p:spPr>
          <a:xfrm>
            <a:off x="3864900" y="1152475"/>
            <a:ext cx="37362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Explanation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Array size = 5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Rotation = 7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Since 7 % 5 = 2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The array is effectively rotated left by 2 positions.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393700" y="328600"/>
            <a:ext cx="742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Java Code - Block Swap Algorithm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319625" y="1020200"/>
            <a:ext cx="3915900" cy="3672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import java.util.Scanner;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public class Main {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static void swap(int[] arr, int fi, int si, int d) {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for (int i = 0; i &lt; d; i++) {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    int temp = arr[fi + i];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    arr[fi + i] = arr[si + i];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    arr[si + i] = temp;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} }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static void leftRotateRec(int[] arr, int i, int d, int n) {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if (d == 0 || d == n)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    return;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if (d == n - d) {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      swap(arr, i, n - d + i, d);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C0C0C"/>
                </a:solidFill>
              </a:rPr>
              <a:t>      </a:t>
            </a:r>
            <a:endParaRPr>
              <a:solidFill>
                <a:srgbClr val="0C0C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259" name="Google Shape;259;p43"/>
          <p:cNvSpPr txBox="1"/>
          <p:nvPr>
            <p:ph idx="2" type="body"/>
          </p:nvPr>
        </p:nvSpPr>
        <p:spPr>
          <a:xfrm>
            <a:off x="4235525" y="1020200"/>
            <a:ext cx="3915900" cy="3672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return;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</a:t>
            </a:r>
            <a:r>
              <a:rPr lang="en-US">
                <a:solidFill>
                  <a:schemeClr val="dk1"/>
                </a:solidFill>
              </a:rPr>
              <a:t>if (d &lt; n - 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swap(arr, i, n - d + i, 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leftRotateRec(arr, i, d, n - 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else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swap(arr, i, d + i, n - 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leftRotateRec(arr, n - d + i, 2 * d - n, 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leftRotate(int[] arr, int d, int n)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leftRotateRec(arr, 0, d, n);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printArray(int[] arr)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num : arr)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System.out.print(num + " ");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311700" y="445025"/>
            <a:ext cx="750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Java Code - Block Swap Algorithm</a:t>
            </a:r>
            <a:endParaRPr/>
          </a:p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311700" y="1152475"/>
            <a:ext cx="38709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Scanner sc = new Scanner(System.in);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System.out.print("Enter array size: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n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int[] arr = new int[n];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System.out.println("Enter array elements:");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i = 0; i &lt; n;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arr[i]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System.out.print("Enter positions to rotate: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d = sc.nextInt();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44"/>
          <p:cNvSpPr txBox="1"/>
          <p:nvPr>
            <p:ph idx="2" type="body"/>
          </p:nvPr>
        </p:nvSpPr>
        <p:spPr>
          <a:xfrm>
            <a:off x="4193100" y="1152475"/>
            <a:ext cx="38709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</a:t>
            </a:r>
            <a:r>
              <a:rPr lang="en-US">
                <a:solidFill>
                  <a:schemeClr val="dk1"/>
                </a:solidFill>
              </a:rPr>
              <a:t>d = d % 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leftRotate(arr, d, 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System.out.println("Rotated Array:");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printArray(arr);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sc.close();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499525" y="445025"/>
            <a:ext cx="736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Time and space Complexity - Block swap Algorithm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425450" y="1152475"/>
            <a:ext cx="75537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Time Complexity: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If the array has n elements, the algorithm processes all elements through block swaps.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No nested full traversals are performed.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Hence execution time increases linearly with array size.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               </a:t>
            </a:r>
            <a:r>
              <a:rPr lang="en-US" sz="1400">
                <a:solidFill>
                  <a:schemeClr val="dk1"/>
                </a:solidFill>
                <a:highlight>
                  <a:schemeClr val="lt1"/>
                </a:highlight>
              </a:rPr>
              <a:t>  </a:t>
            </a:r>
            <a:r>
              <a:rPr b="1" lang="en-US" sz="1400">
                <a:solidFill>
                  <a:schemeClr val="dk1"/>
                </a:solidFill>
                <a:highlight>
                  <a:schemeClr val="lt1"/>
                </a:highlight>
              </a:rPr>
              <a:t> Time Complexity : O(n)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Space Complexity: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Since the rotation happens within the same array,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memory usage remains constant regardless of input size.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                            </a:t>
            </a:r>
            <a:r>
              <a:rPr b="1" lang="en-US" sz="1400">
                <a:solidFill>
                  <a:schemeClr val="dk1"/>
                </a:solidFill>
                <a:highlight>
                  <a:schemeClr val="lt1"/>
                </a:highlight>
              </a:rPr>
              <a:t> Space Complexity : O(1)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3" name="Google Shape;273;p45"/>
          <p:cNvSpPr txBox="1"/>
          <p:nvPr/>
        </p:nvSpPr>
        <p:spPr>
          <a:xfrm>
            <a:off x="1720325" y="2461925"/>
            <a:ext cx="2229300" cy="3696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74" name="Google Shape;274;p45"/>
          <p:cNvSpPr txBox="1"/>
          <p:nvPr/>
        </p:nvSpPr>
        <p:spPr>
          <a:xfrm>
            <a:off x="1676800" y="3908200"/>
            <a:ext cx="2163900" cy="3696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467700" y="455600"/>
            <a:ext cx="713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Reversal </a:t>
            </a:r>
            <a:r>
              <a:rPr b="1" lang="en-US" sz="2000">
                <a:solidFill>
                  <a:srgbClr val="8181EF"/>
                </a:solidFill>
              </a:rPr>
              <a:t>Algorithm - Algorithmic Steps</a:t>
            </a:r>
            <a:endParaRPr/>
          </a:p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605375" y="1152475"/>
            <a:ext cx="70698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Algorithmic Steps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Read the size of the array.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Read the array elements.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Read the number of positions d to rotate.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Reverse the first d elements.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Reverse the remaining n-d elements.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Reverse the entire array.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Print the rotated array.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93800" y="339200"/>
            <a:ext cx="7249500" cy="4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Sample Input and Output</a:t>
            </a:r>
            <a:endParaRPr/>
          </a:p>
        </p:txBody>
      </p:sp>
      <p:sp>
        <p:nvSpPr>
          <p:cNvPr id="286" name="Google Shape;286;p47"/>
          <p:cNvSpPr txBox="1"/>
          <p:nvPr>
            <p:ph idx="1" type="body"/>
          </p:nvPr>
        </p:nvSpPr>
        <p:spPr>
          <a:xfrm>
            <a:off x="457275" y="922475"/>
            <a:ext cx="7249500" cy="3791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Sample Input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Enter array size: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Enter array elements: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1 2 3 4 5 6 7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Enter number of positions to rotate: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Sample Output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Rotated Array: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3 4 5 6 7 1 2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Short Explanation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First reverse first 2 elements → 2 1 3 4 5 6 7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Reverse remaining elements → 2 1 7 6 5 4 3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Reverse entire array → 3 4 5 6 7 1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type="title"/>
          </p:nvPr>
        </p:nvSpPr>
        <p:spPr>
          <a:xfrm>
            <a:off x="311700" y="445025"/>
            <a:ext cx="746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Java Code - Reversal Algorithm</a:t>
            </a:r>
            <a:endParaRPr/>
          </a:p>
        </p:txBody>
      </p:sp>
      <p:sp>
        <p:nvSpPr>
          <p:cNvPr id="292" name="Google Shape;292;p48"/>
          <p:cNvSpPr txBox="1"/>
          <p:nvPr>
            <p:ph idx="1" type="body"/>
          </p:nvPr>
        </p:nvSpPr>
        <p:spPr>
          <a:xfrm>
            <a:off x="311700" y="1152475"/>
            <a:ext cx="36828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import java.util.Scanner;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public class Main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reverse(int arr[], int start, int end)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while (start &lt; end)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int temp = arr[start];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arr[start] = arr[end];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arr[end] = temp;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start++;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end--;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8"/>
          <p:cNvSpPr txBox="1"/>
          <p:nvPr>
            <p:ph idx="2" type="body"/>
          </p:nvPr>
        </p:nvSpPr>
        <p:spPr>
          <a:xfrm>
            <a:off x="3994500" y="1152475"/>
            <a:ext cx="37863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static void rotateLeft(int arr[], int d, int n)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d = d % 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reverse(arr, 0, d - 1);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reverse(arr, d, n - 1);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reverse(arr, 0, n - 1);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Scanner sc = new Scanner(System.in);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System.out.print("Enter array size: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n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arr[] = new int[n];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type="title"/>
          </p:nvPr>
        </p:nvSpPr>
        <p:spPr>
          <a:xfrm>
            <a:off x="414875" y="455625"/>
            <a:ext cx="742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Java Code - Reversal Algorithm</a:t>
            </a:r>
            <a:endParaRPr/>
          </a:p>
        </p:txBody>
      </p:sp>
      <p:sp>
        <p:nvSpPr>
          <p:cNvPr id="299" name="Google Shape;299;p49"/>
          <p:cNvSpPr txBox="1"/>
          <p:nvPr>
            <p:ph idx="1" type="body"/>
          </p:nvPr>
        </p:nvSpPr>
        <p:spPr>
          <a:xfrm>
            <a:off x="414875" y="1152475"/>
            <a:ext cx="7429500" cy="3540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System.out.println("Enter array elements:");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for (int i = 0; i &lt; n; i++)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    arr[i] = sc.nextInt();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System.out.print("Enter number of positions to rotate: ");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int d = sc.nextInt();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rotateLeft(arr, d, n);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System.out.println("Rotated Array:");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for (int i = 0; i &lt; n; i++)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    System.out.print(arr[i] + " ");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sc.close();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title"/>
          </p:nvPr>
        </p:nvSpPr>
        <p:spPr>
          <a:xfrm>
            <a:off x="393600" y="392125"/>
            <a:ext cx="74931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Time and space Complexity - Reversal Algorithm</a:t>
            </a:r>
            <a:endParaRPr/>
          </a:p>
        </p:txBody>
      </p:sp>
      <p:sp>
        <p:nvSpPr>
          <p:cNvPr id="305" name="Google Shape;305;p50"/>
          <p:cNvSpPr txBox="1"/>
          <p:nvPr>
            <p:ph idx="1" type="body"/>
          </p:nvPr>
        </p:nvSpPr>
        <p:spPr>
          <a:xfrm>
            <a:off x="457200" y="1017725"/>
            <a:ext cx="7154400" cy="3760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Time Complexity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reverse(arr, 0, d - 1) processes first d elements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reverse(arr, d, n - 1) processes remaining n-d elements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reverse(arr, 0, n - 1) processes all n elements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Total operations together are proportional to n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   </a:t>
            </a:r>
            <a:r>
              <a:rPr lang="en-US" sz="14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b="1" lang="en-US" sz="1400">
                <a:solidFill>
                  <a:schemeClr val="dk1"/>
                </a:solidFill>
                <a:highlight>
                  <a:schemeClr val="lt1"/>
                </a:highlight>
              </a:rPr>
              <a:t>Time Complexity : O(n)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Space Complexity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No new array is created in the code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Swapping is done inside the same array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Only one temporary variable temp is used during reversal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     </a:t>
            </a:r>
            <a:r>
              <a:rPr b="1" lang="en-US" sz="1400">
                <a:solidFill>
                  <a:schemeClr val="dk1"/>
                </a:solidFill>
                <a:highlight>
                  <a:schemeClr val="lt1"/>
                </a:highlight>
              </a:rPr>
              <a:t> Space Complexity : O(1)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06" name="Google Shape;306;p50"/>
          <p:cNvSpPr txBox="1"/>
          <p:nvPr/>
        </p:nvSpPr>
        <p:spPr>
          <a:xfrm>
            <a:off x="1176600" y="2571750"/>
            <a:ext cx="2077200" cy="3795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7" name="Google Shape;307;p50"/>
          <p:cNvSpPr txBox="1"/>
          <p:nvPr/>
        </p:nvSpPr>
        <p:spPr>
          <a:xfrm>
            <a:off x="1154850" y="4277925"/>
            <a:ext cx="2099100" cy="3795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1"/>
          <p:cNvSpPr txBox="1"/>
          <p:nvPr>
            <p:ph type="title"/>
          </p:nvPr>
        </p:nvSpPr>
        <p:spPr>
          <a:xfrm>
            <a:off x="311700" y="445025"/>
            <a:ext cx="7363200" cy="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Real Time Applications - Block Swap Algorithm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313" name="Google Shape;313;p51"/>
          <p:cNvSpPr txBox="1"/>
          <p:nvPr>
            <p:ph idx="1" type="body"/>
          </p:nvPr>
        </p:nvSpPr>
        <p:spPr>
          <a:xfrm>
            <a:off x="311700" y="1152475"/>
            <a:ext cx="74481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Memory Management – Efficient memory block movement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Circular Queue Rotation – Rotating scheduled tasks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Load Balancing Systems – Distributing server workloads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Data Streaming Applications – Managing streaming buffers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Image Processing – Rotating pixel blocks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Database Record Rotation – Cyclic record arrangement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Gaming Applications – Managing player turns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Network Packet Scheduling – Fair packet distribution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Music Playlist Rotation – Cyclic song arrangement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Financial Trading Systems – Rotating transaction logs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 txBox="1"/>
          <p:nvPr>
            <p:ph type="title"/>
          </p:nvPr>
        </p:nvSpPr>
        <p:spPr>
          <a:xfrm>
            <a:off x="311700" y="349775"/>
            <a:ext cx="72786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Company Placement Question - Block Swap Algorithm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319" name="Google Shape;319;p52"/>
          <p:cNvSpPr txBox="1"/>
          <p:nvPr>
            <p:ph idx="1" type="body"/>
          </p:nvPr>
        </p:nvSpPr>
        <p:spPr>
          <a:xfrm>
            <a:off x="311700" y="885150"/>
            <a:ext cx="7500900" cy="38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Problem Statement                                                                                     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        A company stores employee shift IDs in an array. To manage rotational shifts, the first d employee IDs must be moved to the end of the array while maintaining their original order.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</a:rPr>
              <a:t>You must perform the rotation using the </a:t>
            </a:r>
            <a:r>
              <a:rPr b="1" lang="en-US" sz="1400">
                <a:solidFill>
                  <a:schemeClr val="dk1"/>
                </a:solidFill>
              </a:rPr>
              <a:t>Block Swap Algorithm</a:t>
            </a:r>
            <a:r>
              <a:rPr lang="en-US" sz="1400">
                <a:solidFill>
                  <a:schemeClr val="dk1"/>
                </a:solidFill>
              </a:rPr>
              <a:t> without using any extra array. Write a Java program to rotate the array to the left by d positions.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Input Format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First line contains integer n → size of array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Second line contains n space-separated integers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Third line contains integer d → number of positions to rotate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Output Format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Print the rotated array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20" name="Google Shape;320;p52"/>
          <p:cNvSpPr txBox="1"/>
          <p:nvPr/>
        </p:nvSpPr>
        <p:spPr>
          <a:xfrm>
            <a:off x="5167425" y="961275"/>
            <a:ext cx="2511900" cy="3045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Asked in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Adobe (2025)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449250" y="402675"/>
            <a:ext cx="725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Company Placement Question - Block Swap Algorithm</a:t>
            </a:r>
            <a:endParaRPr/>
          </a:p>
        </p:txBody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502175" y="1057225"/>
            <a:ext cx="3948900" cy="3609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Sample Input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Enter array size: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Enter array elements: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1 2 3 4 5 6 7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Enter number of positions to rotate: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Sample Output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Rotated Array: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3 4 5 6 7 1 2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27" name="Google Shape;327;p53"/>
          <p:cNvSpPr txBox="1"/>
          <p:nvPr/>
        </p:nvSpPr>
        <p:spPr>
          <a:xfrm>
            <a:off x="4450975" y="1091450"/>
            <a:ext cx="35634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8" name="Google Shape;32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975" y="1057225"/>
            <a:ext cx="3257525" cy="36089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type="title"/>
          </p:nvPr>
        </p:nvSpPr>
        <p:spPr>
          <a:xfrm>
            <a:off x="311700" y="445025"/>
            <a:ext cx="753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2020">
                <a:solidFill>
                  <a:srgbClr val="8181EF"/>
                </a:solidFill>
              </a:rPr>
              <a:t>Java Code for Block Swap Algorithm</a:t>
            </a:r>
            <a:endParaRPr b="1" sz="2020">
              <a:solidFill>
                <a:srgbClr val="8181EF"/>
              </a:solidFill>
            </a:endParaRPr>
          </a:p>
        </p:txBody>
      </p:sp>
      <p:sp>
        <p:nvSpPr>
          <p:cNvPr id="334" name="Google Shape;334;p54"/>
          <p:cNvSpPr txBox="1"/>
          <p:nvPr>
            <p:ph idx="1" type="body"/>
          </p:nvPr>
        </p:nvSpPr>
        <p:spPr>
          <a:xfrm>
            <a:off x="311700" y="1152475"/>
            <a:ext cx="37650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import java.util.Scanner;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public class Main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swap(int[] arr, int fi, int si, int 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i = 0; i &lt; d;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int temp = arr[fi + i];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arr[fi + i] = arr[si + i];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arr[si + i] = temp;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leftRotate(int[] arr, int d, int n)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if (d == 0 || d == 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i = 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j = n - 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54"/>
          <p:cNvSpPr txBox="1"/>
          <p:nvPr>
            <p:ph idx="2" type="body"/>
          </p:nvPr>
        </p:nvSpPr>
        <p:spPr>
          <a:xfrm>
            <a:off x="4076700" y="1152475"/>
            <a:ext cx="37650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while (i != j)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if (i &lt; j)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swap(arr, d - i, d + j - i, i);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j = j - 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else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swap(arr, d - i, d, j);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i = i - j;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swap(arr, d - i, d, i);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5"/>
          <p:cNvSpPr txBox="1"/>
          <p:nvPr>
            <p:ph type="title"/>
          </p:nvPr>
        </p:nvSpPr>
        <p:spPr>
          <a:xfrm>
            <a:off x="311700" y="445025"/>
            <a:ext cx="753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2020">
                <a:solidFill>
                  <a:srgbClr val="8181EF"/>
                </a:solidFill>
              </a:rPr>
              <a:t>Java Code for Block Swap Algorithm</a:t>
            </a:r>
            <a:endParaRPr/>
          </a:p>
        </p:txBody>
      </p:sp>
      <p:sp>
        <p:nvSpPr>
          <p:cNvPr id="341" name="Google Shape;341;p55"/>
          <p:cNvSpPr txBox="1"/>
          <p:nvPr>
            <p:ph idx="1" type="body"/>
          </p:nvPr>
        </p:nvSpPr>
        <p:spPr>
          <a:xfrm>
            <a:off x="311700" y="1152475"/>
            <a:ext cx="37755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Scanner sc = new Scanner(System.in);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System.out.print("Enter array size: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int n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int[] arr = new int[n];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System.out.println("Enter array elements:");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for (int i = 0; i &lt; n;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arr[i]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</a:t>
            </a:r>
            <a:r>
              <a:rPr lang="en-US">
                <a:solidFill>
                  <a:schemeClr val="dk1"/>
                </a:solidFill>
              </a:rPr>
              <a:t>System.out.print("Enter number of positions to rotate: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int d = sc.nextInt();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2" name="Google Shape;342;p55"/>
          <p:cNvSpPr txBox="1"/>
          <p:nvPr>
            <p:ph idx="2" type="body"/>
          </p:nvPr>
        </p:nvSpPr>
        <p:spPr>
          <a:xfrm>
            <a:off x="4087200" y="1152475"/>
            <a:ext cx="37755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d = d % 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leftRotate(arr, d, 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System.out.println("Rotated Array:");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num : arr)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System.out.print(num + " 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sc.close();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4906050" y="3475575"/>
            <a:ext cx="2137800" cy="572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 : O(N)</a:t>
            </a:r>
            <a:b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 : O(1)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311700" y="328600"/>
            <a:ext cx="72258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Financial Rotation Analytics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311700" y="845550"/>
            <a:ext cx="7934700" cy="3942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Problem Statement                                                                                  </a:t>
            </a:r>
            <a:r>
              <a:rPr b="1" lang="en-US" sz="1400">
                <a:solidFill>
                  <a:schemeClr val="dk1"/>
                </a:solidFill>
                <a:highlight>
                  <a:schemeClr val="lt1"/>
                </a:highlight>
              </a:rPr>
              <a:t>     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 A trading system rotates stock transaction values using the </a:t>
            </a:r>
            <a:r>
              <a:rPr b="1" lang="en-US" sz="1400">
                <a:solidFill>
                  <a:schemeClr val="dk1"/>
                </a:solidFill>
              </a:rPr>
              <a:t>Block Swap Algorithm</a:t>
            </a:r>
            <a:r>
              <a:rPr lang="en-US" sz="1400">
                <a:solidFill>
                  <a:schemeClr val="dk1"/>
                </a:solidFill>
              </a:rPr>
              <a:t>. After rotation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Find the maximum profit possible (arr[j] - arr[i] where j &gt; i)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Count local peaks (arr[i] &gt; arr[i-1] &amp;&amp; arr[i] &gt; arr[i+1])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-US" sz="1400">
                <a:solidFill>
                  <a:schemeClr val="dk1"/>
                </a:solidFill>
              </a:rPr>
              <a:t>Print whether the array becomes fully sorted after rotation.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Sample Input Format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First line represents the size of the array 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Second line represents N space-separated integer elements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Third line represents the number of positions to rotate 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Sample Output Format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</a:rPr>
              <a:t>Print the rotated array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50" name="Google Shape;350;p56"/>
          <p:cNvSpPr txBox="1"/>
          <p:nvPr/>
        </p:nvSpPr>
        <p:spPr>
          <a:xfrm>
            <a:off x="5178325" y="983025"/>
            <a:ext cx="2816400" cy="2826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Asked in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Goldman Sachs (2025)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>
            <p:ph type="title"/>
          </p:nvPr>
        </p:nvSpPr>
        <p:spPr>
          <a:xfrm>
            <a:off x="235575" y="358025"/>
            <a:ext cx="758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Financial Rotation Analytics</a:t>
            </a:r>
            <a:endParaRPr/>
          </a:p>
        </p:txBody>
      </p:sp>
      <p:sp>
        <p:nvSpPr>
          <p:cNvPr id="356" name="Google Shape;356;p57"/>
          <p:cNvSpPr txBox="1"/>
          <p:nvPr>
            <p:ph idx="1" type="body"/>
          </p:nvPr>
        </p:nvSpPr>
        <p:spPr>
          <a:xfrm>
            <a:off x="311700" y="983025"/>
            <a:ext cx="4475100" cy="3729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Sample Output Format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Print the maximum profit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Print the number of local peaks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Print whether the array is sorted or not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Sample Input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40 10 60 20 80 30 100 50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Sample Output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Rotated Array: 20 80 30 100 50 40 10 60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Maximum Profit: 80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Local Peaks: 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Array is not sorted</a:t>
            </a:r>
            <a:endParaRPr/>
          </a:p>
        </p:txBody>
      </p:sp>
      <p:sp>
        <p:nvSpPr>
          <p:cNvPr id="357" name="Google Shape;357;p57"/>
          <p:cNvSpPr txBox="1"/>
          <p:nvPr>
            <p:ph idx="2" type="body"/>
          </p:nvPr>
        </p:nvSpPr>
        <p:spPr>
          <a:xfrm>
            <a:off x="4786825" y="1152475"/>
            <a:ext cx="311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825" y="982975"/>
            <a:ext cx="3110075" cy="372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8"/>
          <p:cNvSpPr txBox="1"/>
          <p:nvPr>
            <p:ph type="title"/>
          </p:nvPr>
        </p:nvSpPr>
        <p:spPr>
          <a:xfrm>
            <a:off x="311700" y="370925"/>
            <a:ext cx="71754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1EF"/>
                </a:solidFill>
              </a:rPr>
              <a:t>Java Code - </a:t>
            </a:r>
            <a:r>
              <a:rPr b="1" lang="en-US" sz="2000">
                <a:solidFill>
                  <a:srgbClr val="8181EF"/>
                </a:solidFill>
              </a:rPr>
              <a:t>Financial Rotation Analytics</a:t>
            </a:r>
            <a:endParaRPr b="1" sz="2000">
              <a:solidFill>
                <a:srgbClr val="8181EF"/>
              </a:solidFill>
            </a:endParaRPr>
          </a:p>
        </p:txBody>
      </p:sp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311700" y="914425"/>
            <a:ext cx="3733200" cy="3778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import java.util.Scanner;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public class Main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swap(int[] arr, int fi, int si, int 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for (int i = 0; i &lt; d;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int temp = arr[fi + i];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arr[fi + i] = arr[si + i];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arr[si + i] = temp;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static void leftRotate(int[] arr, int d, int n)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if (d == 0 || d == 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i = 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j = n - 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while (i != j)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5" name="Google Shape;365;p58"/>
          <p:cNvSpPr txBox="1"/>
          <p:nvPr>
            <p:ph idx="2" type="body"/>
          </p:nvPr>
        </p:nvSpPr>
        <p:spPr>
          <a:xfrm>
            <a:off x="4044900" y="914425"/>
            <a:ext cx="3733200" cy="3778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 </a:t>
            </a:r>
            <a:r>
              <a:rPr lang="en-US">
                <a:solidFill>
                  <a:schemeClr val="dk1"/>
                </a:solidFill>
              </a:rPr>
              <a:t> if (i &lt; j) {</a:t>
            </a:r>
            <a:r>
              <a:rPr lang="en-US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swap(arr, d - i, d + j - i, i);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j = j - i;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} else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swap(arr, d - i, d, j);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i = i - j;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}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swap(arr, d - i, d, i);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static boolean isSorted(int[] arr, int n)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for (int i = 0; i &lt; n - 1;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if (arr[i] &gt; arr[i + 1])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    return false;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return true;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>
            <p:ph type="title"/>
          </p:nvPr>
        </p:nvSpPr>
        <p:spPr>
          <a:xfrm>
            <a:off x="311700" y="360375"/>
            <a:ext cx="739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Java Code - Financial Rotation Analytics</a:t>
            </a:r>
            <a:endParaRPr/>
          </a:p>
        </p:txBody>
      </p:sp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311700" y="1025475"/>
            <a:ext cx="3659100" cy="3783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Scanner sc = new Scanner(System.in);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n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int[] arr = new int[n];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i = 0; i &lt; n;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arr[i] = sc.nextInt();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d = sc.nextInt();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d = d % 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leftRotate(arr, d, 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System.out.println("Rotated Array:");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x : arr)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System.out.print(x + " ");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System.out.println();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minValue = arr[0];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maxProfit =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9"/>
          <p:cNvSpPr txBox="1"/>
          <p:nvPr>
            <p:ph idx="2" type="body"/>
          </p:nvPr>
        </p:nvSpPr>
        <p:spPr>
          <a:xfrm>
            <a:off x="3970800" y="1025475"/>
            <a:ext cx="3735900" cy="3783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for (int i = 1; i &lt; n;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if (arr[i] - minValue &gt; maxProfit)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maxProfit = arr[i] - minValue;}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if (arr[i] &lt; minValue)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minValue = arr[i];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}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int peaks =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for (int i = 1; i &lt; n - 1;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if (arr[i] &gt; arr[i - 1] &amp;&amp; arr[i] &gt; arr[i + 1])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    peaks++;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type="title"/>
          </p:nvPr>
        </p:nvSpPr>
        <p:spPr>
          <a:xfrm>
            <a:off x="311700" y="445025"/>
            <a:ext cx="73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Java Code - Financial Rotation Analytics</a:t>
            </a:r>
            <a:endParaRPr/>
          </a:p>
        </p:txBody>
      </p:sp>
      <p:sp>
        <p:nvSpPr>
          <p:cNvPr id="378" name="Google Shape;378;p60"/>
          <p:cNvSpPr txBox="1"/>
          <p:nvPr>
            <p:ph idx="1" type="body"/>
          </p:nvPr>
        </p:nvSpPr>
        <p:spPr>
          <a:xfrm>
            <a:off x="510125" y="1152475"/>
            <a:ext cx="34290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System.out.println("Maximum Profit: " + maxProfit);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System.out.println("Local Peaks: " + peaks);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if (isSorted(arr, n))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System.out.println("Array is sorted");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else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    System.out.println("Array is not sorted");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   sc.close();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9" name="Google Shape;379;p60"/>
          <p:cNvSpPr txBox="1"/>
          <p:nvPr>
            <p:ph idx="2" type="body"/>
          </p:nvPr>
        </p:nvSpPr>
        <p:spPr>
          <a:xfrm>
            <a:off x="3939000" y="1152475"/>
            <a:ext cx="36936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Maximum Profit → O(n)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 Peaks → O(n)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Sorted Check → O(n)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No extra array or additional data structure is used.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</a:rPr>
              <a:t>Rotation is done in-place using swaps.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Only a few variables are used (i, j, maxProfit, peaks, etc.)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</a:rPr>
              <a:t>  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60"/>
          <p:cNvSpPr txBox="1"/>
          <p:nvPr/>
        </p:nvSpPr>
        <p:spPr>
          <a:xfrm>
            <a:off x="4417100" y="2070450"/>
            <a:ext cx="2196600" cy="3696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Complexity : O(n)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1" name="Google Shape;381;p60"/>
          <p:cNvSpPr txBox="1"/>
          <p:nvPr/>
        </p:nvSpPr>
        <p:spPr>
          <a:xfrm>
            <a:off x="4417100" y="3897325"/>
            <a:ext cx="2196600" cy="3696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1"/>
          <p:cNvSpPr txBox="1"/>
          <p:nvPr>
            <p:ph type="title"/>
          </p:nvPr>
        </p:nvSpPr>
        <p:spPr>
          <a:xfrm>
            <a:off x="480650" y="445025"/>
            <a:ext cx="738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Interview questions</a:t>
            </a:r>
            <a:endParaRPr/>
          </a:p>
        </p:txBody>
      </p:sp>
      <p:sp>
        <p:nvSpPr>
          <p:cNvPr id="387" name="Google Shape;387;p61"/>
          <p:cNvSpPr txBox="1"/>
          <p:nvPr>
            <p:ph idx="1" type="body"/>
          </p:nvPr>
        </p:nvSpPr>
        <p:spPr>
          <a:xfrm>
            <a:off x="480650" y="1017725"/>
            <a:ext cx="7263900" cy="27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Question                                                                                                      </a:t>
            </a:r>
            <a:r>
              <a:rPr b="1" lang="en-US" sz="14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In the Block Swap Algorithm, when both blocks are of equal size, what operation is performed?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Options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A) Reverse the entire array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B) Swap both blocks directly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C) Delete one block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D) Sort the array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88" name="Google Shape;388;p61"/>
          <p:cNvSpPr txBox="1"/>
          <p:nvPr/>
        </p:nvSpPr>
        <p:spPr>
          <a:xfrm>
            <a:off x="611125" y="3973425"/>
            <a:ext cx="62634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B) Swap both blocks directly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9" name="Google Shape;389;p61"/>
          <p:cNvSpPr txBox="1"/>
          <p:nvPr/>
        </p:nvSpPr>
        <p:spPr>
          <a:xfrm>
            <a:off x="4656325" y="1017725"/>
            <a:ext cx="2968800" cy="3807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Asked in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Microsoft (2026) - MCQ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311700" y="445025"/>
            <a:ext cx="765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</a:rPr>
              <a:t>Interview questions</a:t>
            </a:r>
            <a:endParaRPr/>
          </a:p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311700" y="1152475"/>
            <a:ext cx="7596000" cy="24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Question                                                                                                                    </a:t>
            </a:r>
            <a:endParaRPr b="1"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In the Block Swap Algorithm, if Block A is smaller than Block B, what happens?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</a:rPr>
              <a:t>Options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A) Entire array is reversed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B) Equal-sized parts are swapped and recursion continues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C) Array gets sorted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 D) Rotation stops immediately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2"/>
          <p:cNvSpPr txBox="1"/>
          <p:nvPr/>
        </p:nvSpPr>
        <p:spPr>
          <a:xfrm>
            <a:off x="393650" y="3777700"/>
            <a:ext cx="67095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B) Equal-sized parts are swapped and recursion continues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7" name="Google Shape;397;p62"/>
          <p:cNvSpPr txBox="1"/>
          <p:nvPr/>
        </p:nvSpPr>
        <p:spPr>
          <a:xfrm>
            <a:off x="4830525" y="1076350"/>
            <a:ext cx="2827200" cy="358800"/>
          </a:xfrm>
          <a:prstGeom prst="rect">
            <a:avLst/>
          </a:prstGeom>
          <a:noFill/>
          <a:ln cap="flat" cmpd="sng" w="38100">
            <a:solidFill>
              <a:srgbClr val="818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Asked in </a:t>
            </a:r>
            <a:r>
              <a:rPr b="1" lang="en-US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Infosys (2025) - MCQ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3"/>
          <p:cNvSpPr txBox="1"/>
          <p:nvPr/>
        </p:nvSpPr>
        <p:spPr>
          <a:xfrm>
            <a:off x="749550" y="1233800"/>
            <a:ext cx="626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Describe the Block Swap algorithm and how it works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63"/>
          <p:cNvSpPr txBox="1"/>
          <p:nvPr/>
        </p:nvSpPr>
        <p:spPr>
          <a:xfrm>
            <a:off x="929204" y="1759620"/>
            <a:ext cx="720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The Block Swap algorithm is used to rotate an array by a given number of positions. It involves swapping blocks of elements within the array to achieve rotation. The algorithm divides the array into two blocks, A and B, where A has the first d elements and B has the remaining elements. It then performs a series of swaps to move the elements from A to B and vice versa, until the desired rotation is achieved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63"/>
          <p:cNvSpPr txBox="1"/>
          <p:nvPr/>
        </p:nvSpPr>
        <p:spPr>
          <a:xfrm>
            <a:off x="487519" y="393500"/>
            <a:ext cx="720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000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4"/>
          <p:cNvSpPr/>
          <p:nvPr/>
        </p:nvSpPr>
        <p:spPr>
          <a:xfrm>
            <a:off x="1007602" y="995377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64"/>
          <p:cNvSpPr txBox="1"/>
          <p:nvPr/>
        </p:nvSpPr>
        <p:spPr>
          <a:xfrm>
            <a:off x="512175" y="1258788"/>
            <a:ext cx="677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time complexity of the Block Swap algorithm?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64"/>
          <p:cNvSpPr txBox="1"/>
          <p:nvPr/>
        </p:nvSpPr>
        <p:spPr>
          <a:xfrm>
            <a:off x="811563" y="2039682"/>
            <a:ext cx="720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time complexity of the Block Swap algorithm is O(n), where n is the number of elements in the array.</a:t>
            </a:r>
            <a:r>
              <a:rPr b="0" i="0" lang="en-US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64"/>
          <p:cNvSpPr txBox="1"/>
          <p:nvPr/>
        </p:nvSpPr>
        <p:spPr>
          <a:xfrm>
            <a:off x="332370" y="522050"/>
            <a:ext cx="72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1" i="0" sz="6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/>
          <p:nvPr/>
        </p:nvSpPr>
        <p:spPr>
          <a:xfrm>
            <a:off x="1007602" y="790605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65"/>
          <p:cNvSpPr txBox="1"/>
          <p:nvPr/>
        </p:nvSpPr>
        <p:spPr>
          <a:xfrm>
            <a:off x="459950" y="1230700"/>
            <a:ext cx="7119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the applications of the Block Swap algorithm?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5"/>
          <p:cNvSpPr txBox="1"/>
          <p:nvPr/>
        </p:nvSpPr>
        <p:spPr>
          <a:xfrm>
            <a:off x="912352" y="1883393"/>
            <a:ext cx="720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03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Rotating elements in an array or a string.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Implementing circular queues or buffers.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Performing cyclic shifts in cryptographic algorithms.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b="0" i="0" lang="en-US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Reordering elements in certain data structures or algorithms.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65"/>
          <p:cNvSpPr txBox="1"/>
          <p:nvPr/>
        </p:nvSpPr>
        <p:spPr>
          <a:xfrm>
            <a:off x="342945" y="500900"/>
            <a:ext cx="73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0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1" i="0" sz="20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66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-US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7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4" name="Google Shape;43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441" name="Google Shape;441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42" name="Google Shape;44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8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4" name="Google Shape;44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8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447" name="Google Shape;447;p68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68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9" name="Google Shape;449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8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451" name="Google Shape;451;p68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